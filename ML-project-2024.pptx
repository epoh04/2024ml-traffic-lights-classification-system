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0445E-E132-423D-8C17-1B00686CB94F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F7BF6A12-9B7F-4A50-9FAB-CFA588E70C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4766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0445E-E132-423D-8C17-1B00686CB94F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F6A12-9B7F-4A50-9FAB-CFA588E70C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0297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0445E-E132-423D-8C17-1B00686CB94F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7BF6A12-9B7F-4A50-9FAB-CFA588E70C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6635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0445E-E132-423D-8C17-1B00686CB94F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7BF6A12-9B7F-4A50-9FAB-CFA588E70C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4639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0445E-E132-423D-8C17-1B00686CB94F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7BF6A12-9B7F-4A50-9FAB-CFA588E70C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8687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0445E-E132-423D-8C17-1B00686CB94F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F6A12-9B7F-4A50-9FAB-CFA588E70C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3165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0445E-E132-423D-8C17-1B00686CB94F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F6A12-9B7F-4A50-9FAB-CFA588E70C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5220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0445E-E132-423D-8C17-1B00686CB94F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F6A12-9B7F-4A50-9FAB-CFA588E70C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8912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0445E-E132-423D-8C17-1B00686CB94F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7BF6A12-9B7F-4A50-9FAB-CFA588E70C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8085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0445E-E132-423D-8C17-1B00686CB94F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7BF6A12-9B7F-4A50-9FAB-CFA588E70C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538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0445E-E132-423D-8C17-1B00686CB94F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7BF6A12-9B7F-4A50-9FAB-CFA588E70C7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974624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0445E-E132-423D-8C17-1B00686CB94F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7BF6A12-9B7F-4A50-9FAB-CFA588E70C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72105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0445E-E132-423D-8C17-1B00686CB94F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7BF6A12-9B7F-4A50-9FAB-CFA588E70C7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08079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0445E-E132-423D-8C17-1B00686CB94F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7BF6A12-9B7F-4A50-9FAB-CFA588E70C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4156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0445E-E132-423D-8C17-1B00686CB94F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F6A12-9B7F-4A50-9FAB-CFA588E70C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80151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0445E-E132-423D-8C17-1B00686CB94F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F6A12-9B7F-4A50-9FAB-CFA588E70C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2474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B0445E-E132-423D-8C17-1B00686CB94F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F7BF6A12-9B7F-4A50-9FAB-CFA588E70C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0623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5" r:id="rId1"/>
    <p:sldLayoutId id="2147483956" r:id="rId2"/>
    <p:sldLayoutId id="2147483957" r:id="rId3"/>
    <p:sldLayoutId id="2147483958" r:id="rId4"/>
    <p:sldLayoutId id="2147483959" r:id="rId5"/>
    <p:sldLayoutId id="2147483960" r:id="rId6"/>
    <p:sldLayoutId id="2147483961" r:id="rId7"/>
    <p:sldLayoutId id="2147483962" r:id="rId8"/>
    <p:sldLayoutId id="2147483963" r:id="rId9"/>
    <p:sldLayoutId id="2147483964" r:id="rId10"/>
    <p:sldLayoutId id="2147483965" r:id="rId11"/>
    <p:sldLayoutId id="2147483966" r:id="rId12"/>
    <p:sldLayoutId id="2147483967" r:id="rId13"/>
    <p:sldLayoutId id="2147483968" r:id="rId14"/>
    <p:sldLayoutId id="2147483969" r:id="rId15"/>
    <p:sldLayoutId id="214748397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9457314" cy="2262781"/>
          </a:xfrm>
        </p:spPr>
        <p:txBody>
          <a:bodyPr>
            <a:normAutofit/>
          </a:bodyPr>
          <a:lstStyle/>
          <a:p>
            <a:r>
              <a:rPr lang="en-US" altLang="zh-CN" sz="4800" dirty="0">
                <a:latin typeface="Cambria" panose="02040503050406030204" pitchFamily="18" charset="0"/>
                <a:ea typeface="Cambria" panose="02040503050406030204" pitchFamily="18" charset="0"/>
              </a:rPr>
              <a:t>Guidance of ML Project</a:t>
            </a:r>
            <a:endParaRPr lang="zh-CN" altLang="en-US" sz="4800" dirty="0">
              <a:latin typeface="Cambria" panose="02040503050406030204" pitchFamily="18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CN" sz="2400" b="1" dirty="0">
                <a:latin typeface="Cambria" panose="02040503050406030204" pitchFamily="18" charset="0"/>
                <a:ea typeface="Cambria" panose="02040503050406030204" pitchFamily="18" charset="0"/>
              </a:rPr>
              <a:t>(The submission of the final report is due at 31 December)</a:t>
            </a:r>
            <a:endParaRPr lang="zh-CN" altLang="en-US" sz="2400" b="1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0728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ML Class</a:t>
            </a:r>
            <a:endParaRPr lang="zh-CN" altLang="en-US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>
            <a:normAutofit/>
          </a:bodyPr>
          <a:lstStyle/>
          <a:p>
            <a:pPr algn="just"/>
            <a:r>
              <a:rPr lang="en-US" altLang="zh-CN" sz="32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Grade system: </a:t>
            </a:r>
          </a:p>
          <a:p>
            <a:pPr marL="0" indent="0" algn="just">
              <a:buNone/>
            </a:pPr>
            <a:r>
              <a:rPr lang="en-US" altLang="zh-CN" sz="2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Attendance + </a:t>
            </a:r>
            <a:r>
              <a:rPr lang="en-US" altLang="zh-CN" sz="2800" u="sng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project</a:t>
            </a:r>
            <a:r>
              <a:rPr lang="en-US" altLang="zh-CN" sz="2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+ final exam (closed-book).</a:t>
            </a:r>
          </a:p>
          <a:p>
            <a:pPr marL="0" indent="0" algn="just">
              <a:buNone/>
            </a:pPr>
            <a:endParaRPr lang="en-US" altLang="zh-CN" sz="28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just"/>
            <a:r>
              <a:rPr lang="en-US" altLang="zh-CN" sz="32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Purpose of the project</a:t>
            </a:r>
          </a:p>
          <a:p>
            <a:pPr marL="0" indent="0" algn="just">
              <a:buNone/>
            </a:pPr>
            <a:r>
              <a:rPr lang="en-US" altLang="zh-CN" sz="28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Practise</a:t>
            </a:r>
            <a:r>
              <a:rPr lang="en-US" altLang="zh-CN" sz="2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the general ML process, including problem definition, data collection, feature extraction, model training, and metric evaluation.</a:t>
            </a:r>
            <a:endParaRPr lang="zh-CN" altLang="en-US" sz="28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78790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Problem Definition</a:t>
            </a:r>
            <a:endParaRPr lang="zh-CN" altLang="en-US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89212" y="2133600"/>
            <a:ext cx="8864540" cy="3777622"/>
          </a:xfrm>
        </p:spPr>
        <p:txBody>
          <a:bodyPr>
            <a:normAutofit/>
          </a:bodyPr>
          <a:lstStyle/>
          <a:p>
            <a:pPr algn="just"/>
            <a:r>
              <a:rPr lang="en-US" altLang="zh-CN" sz="32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Problem type</a:t>
            </a:r>
          </a:p>
          <a:p>
            <a:pPr marL="0" indent="0" algn="just">
              <a:buNone/>
            </a:pPr>
            <a:r>
              <a:rPr lang="en-US" altLang="zh-CN" sz="2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What is your problem (e.g., classification, regression , or clustering)?</a:t>
            </a:r>
          </a:p>
          <a:p>
            <a:pPr marL="0" indent="0" algn="just">
              <a:buNone/>
            </a:pPr>
            <a:endParaRPr lang="en-US" altLang="zh-CN" sz="28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algn="just"/>
            <a:r>
              <a:rPr lang="en-US" altLang="zh-CN" sz="32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Problem description</a:t>
            </a:r>
          </a:p>
          <a:p>
            <a:pPr marL="0" indent="0" algn="just">
              <a:buNone/>
            </a:pPr>
            <a:r>
              <a:rPr lang="en-US" altLang="zh-CN" sz="2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What is the input and the output? </a:t>
            </a:r>
            <a:endParaRPr lang="zh-CN" altLang="en-US" sz="28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75389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Data Acquisition</a:t>
            </a:r>
            <a:endParaRPr lang="zh-CN" altLang="en-US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20036" y="2133600"/>
            <a:ext cx="9105066" cy="3777622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sz="32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Data modality</a:t>
            </a:r>
          </a:p>
          <a:p>
            <a:pPr marL="0" indent="0">
              <a:buNone/>
            </a:pPr>
            <a:r>
              <a:rPr lang="en-US" altLang="zh-CN" sz="2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Unlimited. Text/image/video/audio can be used.</a:t>
            </a:r>
          </a:p>
          <a:p>
            <a:pPr marL="0" indent="0">
              <a:buNone/>
            </a:pPr>
            <a:endParaRPr lang="en-US" altLang="zh-CN" sz="28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sz="32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Dataset</a:t>
            </a:r>
          </a:p>
          <a:p>
            <a:pPr marL="514350" indent="-514350">
              <a:buAutoNum type="arabicParenR"/>
            </a:pPr>
            <a:r>
              <a:rPr lang="en-US" altLang="zh-CN" sz="2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Construct your own dataset and provide the details on data collection and annotation (you will get a higher score if doing this), </a:t>
            </a:r>
          </a:p>
          <a:p>
            <a:pPr marL="514350" indent="-514350">
              <a:buAutoNum type="arabicParenR"/>
            </a:pPr>
            <a:r>
              <a:rPr lang="en-US" altLang="zh-CN" sz="2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Or use existing datasets.</a:t>
            </a:r>
            <a:endParaRPr lang="zh-CN" altLang="en-US" sz="28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4287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Feature Extraction</a:t>
            </a:r>
            <a:endParaRPr lang="zh-CN" altLang="en-US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20036" y="2133600"/>
            <a:ext cx="8864540" cy="3777622"/>
          </a:xfrm>
        </p:spPr>
        <p:txBody>
          <a:bodyPr>
            <a:normAutofit/>
          </a:bodyPr>
          <a:lstStyle/>
          <a:p>
            <a:r>
              <a:rPr lang="en-US" altLang="zh-CN" sz="2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What features are extracted from the raw data?</a:t>
            </a:r>
          </a:p>
          <a:p>
            <a:r>
              <a:rPr lang="en-US" altLang="zh-CN" sz="2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Data clearing?</a:t>
            </a:r>
          </a:p>
          <a:p>
            <a:r>
              <a:rPr lang="en-US" altLang="zh-CN" sz="2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Dimension reduction?</a:t>
            </a:r>
          </a:p>
          <a:p>
            <a:r>
              <a:rPr lang="en-US" altLang="zh-CN" sz="2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What is the size (train/dev/test) of your final dataset?</a:t>
            </a:r>
          </a:p>
        </p:txBody>
      </p:sp>
    </p:spTree>
    <p:extLst>
      <p:ext uri="{BB962C8B-B14F-4D97-AF65-F5344CB8AC3E}">
        <p14:creationId xmlns:p14="http://schemas.microsoft.com/office/powerpoint/2010/main" val="3767917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Model Training</a:t>
            </a:r>
            <a:endParaRPr lang="zh-CN" altLang="en-US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92925" y="1713808"/>
            <a:ext cx="9238069" cy="3777622"/>
          </a:xfrm>
        </p:spPr>
        <p:txBody>
          <a:bodyPr>
            <a:normAutofit/>
          </a:bodyPr>
          <a:lstStyle/>
          <a:p>
            <a:pPr algn="just"/>
            <a:r>
              <a:rPr lang="en-US" altLang="zh-CN" sz="2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Use at least 2 different machine learning algorithms to train your model and compare their performance: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altLang="zh-CN" sz="26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Report the set-up and the details of training parameters;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altLang="zh-CN" sz="26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Describe the trained model;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altLang="zh-CN" sz="26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Compare the model’s performance on the dev/test set.</a:t>
            </a:r>
          </a:p>
        </p:txBody>
      </p:sp>
    </p:spTree>
    <p:extLst>
      <p:ext uri="{BB962C8B-B14F-4D97-AF65-F5344CB8AC3E}">
        <p14:creationId xmlns:p14="http://schemas.microsoft.com/office/powerpoint/2010/main" val="2071825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92925" y="640735"/>
            <a:ext cx="8911687" cy="671803"/>
          </a:xfrm>
        </p:spPr>
        <p:txBody>
          <a:bodyPr/>
          <a:lstStyle/>
          <a:p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Evaluation Metrics</a:t>
            </a:r>
            <a:endParaRPr lang="zh-CN" altLang="en-US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92925" y="1767840"/>
            <a:ext cx="9242226" cy="3777622"/>
          </a:xfrm>
        </p:spPr>
        <p:txBody>
          <a:bodyPr>
            <a:normAutofit/>
          </a:bodyPr>
          <a:lstStyle/>
          <a:p>
            <a:pPr algn="just"/>
            <a:r>
              <a:rPr lang="en-US" altLang="zh-CN" sz="2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Metrics (e.g., accuracy) used in your project? Explain. </a:t>
            </a:r>
          </a:p>
          <a:p>
            <a:pPr algn="just"/>
            <a:r>
              <a:rPr lang="en-US" altLang="zh-CN" sz="2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Effort for improving the evaluation result?</a:t>
            </a:r>
          </a:p>
          <a:p>
            <a:pPr algn="just"/>
            <a:r>
              <a:rPr lang="en-US" altLang="zh-CN" sz="2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Discussion on unpredictability or bias.</a:t>
            </a:r>
          </a:p>
          <a:p>
            <a:endParaRPr lang="en-US" altLang="zh-CN" sz="26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96128433"/>
      </p:ext>
    </p:extLst>
  </p:cSld>
  <p:clrMapOvr>
    <a:masterClrMapping/>
  </p:clrMapOvr>
</p:sld>
</file>

<file path=ppt/theme/theme1.xml><?xml version="1.0" encoding="utf-8"?>
<a:theme xmlns:a="http://schemas.openxmlformats.org/drawingml/2006/main" name="丝状">
  <a:themeElements>
    <a:clrScheme name="丝状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丝状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丝状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206</TotalTime>
  <Words>243</Words>
  <Application>Microsoft Office PowerPoint</Application>
  <PresentationFormat>宽屏</PresentationFormat>
  <Paragraphs>35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Arial Unicode MS</vt:lpstr>
      <vt:lpstr>Arial</vt:lpstr>
      <vt:lpstr>Cambria</vt:lpstr>
      <vt:lpstr>Century Gothic</vt:lpstr>
      <vt:lpstr>Wingdings</vt:lpstr>
      <vt:lpstr>Wingdings 3</vt:lpstr>
      <vt:lpstr>丝状</vt:lpstr>
      <vt:lpstr>Guidance of ML Project</vt:lpstr>
      <vt:lpstr>ML Class</vt:lpstr>
      <vt:lpstr>Problem Definition</vt:lpstr>
      <vt:lpstr>Data Acquisition</vt:lpstr>
      <vt:lpstr>Feature Extraction</vt:lpstr>
      <vt:lpstr>Model Training</vt:lpstr>
      <vt:lpstr>Evaluation Metrics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project</dc:title>
  <dc:creator>Admin</dc:creator>
  <cp:lastModifiedBy>Admin</cp:lastModifiedBy>
  <cp:revision>15</cp:revision>
  <dcterms:created xsi:type="dcterms:W3CDTF">2022-11-01T02:41:01Z</dcterms:created>
  <dcterms:modified xsi:type="dcterms:W3CDTF">2024-10-14T15:46:30Z</dcterms:modified>
</cp:coreProperties>
</file>